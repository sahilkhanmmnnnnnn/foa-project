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94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 •  AI &amp; MACHINE LEARNING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515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Campus Navigation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Route Finder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Methodology, Working &amp; Implementation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378440" y="502920"/>
            <a:ext cx="1051560" cy="10515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icons/mapmar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0814" y="755294"/>
            <a:ext cx="546811" cy="54681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3703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2B3568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40233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icons/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418795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39593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 D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828800" y="4434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25WU0101029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89904" y="3703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2B3568"/>
          </a:solidFill>
          <a:ln/>
        </p:spPr>
      </p:sp>
      <p:sp>
        <p:nvSpPr>
          <p:cNvPr id="15" name="Shape 11"/>
          <p:cNvSpPr/>
          <p:nvPr/>
        </p:nvSpPr>
        <p:spPr>
          <a:xfrm>
            <a:off x="6345936" y="40233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icons/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18795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78624" y="39593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Manikanta Reddy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7278624" y="4434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25WUO102321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718408" y="5394960"/>
            <a:ext cx="475488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3718408" y="5394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Wolves      |      Class: B.Tech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Campus Navigation Needs Rethinking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2F5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12848"/>
            <a:ext cx="374904" cy="374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002536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Lost is Common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44144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students, parents and visitors struggle to locate buildings, labs and offices across large campuses.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98464" y="17830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2F5F7"/>
          </a:solidFill>
          <a:ln/>
        </p:spPr>
      </p:sp>
      <p:sp>
        <p:nvSpPr>
          <p:cNvPr id="10" name="Shape 7"/>
          <p:cNvSpPr/>
          <p:nvPr/>
        </p:nvSpPr>
        <p:spPr>
          <a:xfrm>
            <a:off x="6272784" y="20574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212848"/>
            <a:ext cx="374904" cy="3749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87184" y="2002536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Wasted Every Day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187184" y="244144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wayfinding and outdated printed or static maps cause delays reaching classes, exams and events.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2F5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1148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270248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4059936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Unpredictable Changes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449884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paths, construction or crowded routes during fests and events are never reflected on paper maps.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98464" y="38404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2F5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272784" y="41148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icons/univers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4270248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87184" y="4059936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&amp; Complex Layouts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187184" y="449884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blocks, floors, gates and departments make manual navigation confusing for first-time visitors.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598932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21295C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22960" y="598932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AI-powered system is needed to guide people in real time.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Campus Navigation &amp; Route Finder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Development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2F5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12848"/>
            <a:ext cx="374904" cy="374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00253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&amp; Literature Study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53288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existing navigation apps and gathered campus-specific requirements from students and staff.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98464" y="17830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2F5F7"/>
          </a:solidFill>
          <a:ln/>
        </p:spPr>
      </p:sp>
      <p:sp>
        <p:nvSpPr>
          <p:cNvPr id="10" name="Shape 7"/>
          <p:cNvSpPr/>
          <p:nvPr/>
        </p:nvSpPr>
        <p:spPr>
          <a:xfrm>
            <a:off x="6272784" y="20574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212848"/>
            <a:ext cx="374904" cy="3749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87184" y="200253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&amp; Model Design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187184" y="253288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graph-based pathfinding (A*/Dijkstra) combined with an ML model for adaptive route scoring.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2F5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1148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270248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405993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Iterative Development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459028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system in short sprints — design, code, test, review, repeat — refining with feedback each cycle.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98464" y="38404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2F5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272784" y="41148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icons/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4270248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87184" y="405993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Testing &amp; Validation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187184" y="459028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route accuracy and AI responses at every stage before moving to the next module.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98932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21295C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22960" y="598932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research-driven, iterative approach ensures the system is accurate, reliable and user-tested.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Campus Navigation &amp; Route Finder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Navigation System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017520" cy="3200400"/>
          </a:xfrm>
          <a:prstGeom prst="roundRect">
            <a:avLst>
              <a:gd name="adj" fmla="val 2424"/>
            </a:avLst>
          </a:prstGeom>
          <a:solidFill>
            <a:srgbClr val="F2F5F7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2860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291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81304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types or speaks a destination — e.g. “Seminar Hall 2” — into the app.</a:t>
            </a:r>
            <a:endParaRPr lang="en-US" sz="1200" dirty="0"/>
          </a:p>
        </p:txBody>
      </p:sp>
      <p:pic>
        <p:nvPicPr>
          <p:cNvPr id="9" name="Image 1" descr="/home/claude/icons/arrowRight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333756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43400" y="1965960"/>
            <a:ext cx="3017520" cy="3200400"/>
          </a:xfrm>
          <a:prstGeom prst="roundRect">
            <a:avLst>
              <a:gd name="adj" fmla="val 2424"/>
            </a:avLst>
          </a:prstGeom>
          <a:solidFill>
            <a:srgbClr val="F2F5F7"/>
          </a:solidFill>
          <a:ln/>
        </p:spPr>
      </p:sp>
      <p:sp>
        <p:nvSpPr>
          <p:cNvPr id="11" name="Shape 7"/>
          <p:cNvSpPr/>
          <p:nvPr/>
        </p:nvSpPr>
        <p:spPr>
          <a:xfrm>
            <a:off x="5440680" y="22860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/home/claude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4688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0" y="3291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Processing Engine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617720" y="381304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reads the campus map graph plus live conditions and computes the optimal path.</a:t>
            </a:r>
            <a:endParaRPr lang="en-US" sz="1200" dirty="0"/>
          </a:p>
        </p:txBody>
      </p:sp>
      <p:pic>
        <p:nvPicPr>
          <p:cNvPr id="15" name="Image 3" descr="/home/claude/icons/arrowRight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3337560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046720" y="1965960"/>
            <a:ext cx="3017520" cy="3200400"/>
          </a:xfrm>
          <a:prstGeom prst="roundRect">
            <a:avLst>
              <a:gd name="adj" fmla="val 2424"/>
            </a:avLst>
          </a:prstGeom>
          <a:solidFill>
            <a:srgbClr val="F2F5F7"/>
          </a:solidFill>
          <a:ln/>
        </p:spPr>
      </p:sp>
      <p:sp>
        <p:nvSpPr>
          <p:cNvPr id="17" name="Shape 11"/>
          <p:cNvSpPr/>
          <p:nvPr/>
        </p:nvSpPr>
        <p:spPr>
          <a:xfrm>
            <a:off x="9144000" y="22860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4" descr="/home/claude/icons/rou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46888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275320" y="3291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Route Output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8321040" y="381304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directions appear with distance, time estimate and live route updates.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40080" y="598932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21295C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822960" y="598932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simple voice or text query to a live, optimized route — powered entirely by AI.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Campus Navigation &amp; Route Finder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Engine Behind Every Route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932688"/>
          </a:xfrm>
          <a:prstGeom prst="roundRect">
            <a:avLst>
              <a:gd name="adj" fmla="val 7843"/>
            </a:avLst>
          </a:prstGeom>
          <a:solidFill>
            <a:srgbClr val="F2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2024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066544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8745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4983480" y="1874520"/>
            <a:ext cx="6382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Mobile/web app (Flutter or React) with map UI, search bar and voice input.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862072"/>
            <a:ext cx="10908792" cy="932688"/>
          </a:xfrm>
          <a:prstGeom prst="roundRect">
            <a:avLst>
              <a:gd name="adj" fmla="val 7843"/>
            </a:avLst>
          </a:prstGeom>
          <a:solidFill>
            <a:srgbClr val="E8EEF2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2999232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14553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83080" y="295351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/ API Layer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2953512"/>
            <a:ext cx="6382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APIs (Node.js / Python-Flask) handling requests, sessions and routing calls.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41064"/>
            <a:ext cx="10908792" cy="932688"/>
          </a:xfrm>
          <a:prstGeom prst="roundRect">
            <a:avLst>
              <a:gd name="adj" fmla="val 7843"/>
            </a:avLst>
          </a:prstGeom>
          <a:solidFill>
            <a:srgbClr val="F2F5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4078224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22452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4032504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 Layer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4983480" y="4032504"/>
            <a:ext cx="6382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A*/Dijkstra pathfinding + ML scoring model, plus NLP for voice queries.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5020056"/>
            <a:ext cx="10908792" cy="932688"/>
          </a:xfrm>
          <a:prstGeom prst="roundRect">
            <a:avLst>
              <a:gd name="adj" fmla="val 7843"/>
            </a:avLst>
          </a:prstGeom>
          <a:solidFill>
            <a:srgbClr val="E8EEF2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515721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53035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83080" y="511149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4983480" y="5111496"/>
            <a:ext cx="6382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graph database and real-time feeds — crowd sensors, event calendar, closures.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Campus Navigation &amp; Route Finder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System,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3000" y="2286000"/>
            <a:ext cx="18288" cy="320040"/>
          </a:xfrm>
          <a:prstGeom prst="rect">
            <a:avLst/>
          </a:prstGeom>
          <a:solidFill>
            <a:srgbClr val="D6DCE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27632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276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847088" y="1600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847088" y="1956816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the campus map into a graph dataset of nodes, edges and coordinates.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43000" y="3264408"/>
            <a:ext cx="18288" cy="320040"/>
          </a:xfrm>
          <a:prstGeom prst="rect">
            <a:avLst/>
          </a:prstGeom>
          <a:solidFill>
            <a:srgbClr val="D6DCE2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60604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847088" y="257860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Development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2935224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the pathfinding logic (Dijkstra/A*) and integrate the ML scoring model.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43000" y="4242816"/>
            <a:ext cx="18288" cy="320040"/>
          </a:xfrm>
          <a:prstGeom prst="rect">
            <a:avLst/>
          </a:prstGeom>
          <a:solidFill>
            <a:srgbClr val="D6DCE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58444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584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355701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API Development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847088" y="391363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REST APIs connecting the app, database and AI routing engine.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143000" y="5221224"/>
            <a:ext cx="18288" cy="320040"/>
          </a:xfrm>
          <a:prstGeom prst="rect">
            <a:avLst/>
          </a:prstGeom>
          <a:solidFill>
            <a:srgbClr val="D6DCE2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56285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5628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847088" y="453542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App Development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847088" y="48920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UI with map view, search, voice input and live tracking.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5541264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5412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1847088" y="55138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Integration &amp; Deployment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1847088" y="587044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unit/integration tests, pilot on campus, then deploy and monitor.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Campus Navigation &amp; Route Finder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Action: Reaching the Exam Hall on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377440" cy="3246120"/>
          </a:xfrm>
          <a:prstGeom prst="roundRect">
            <a:avLst>
              <a:gd name="adj" fmla="val 3077"/>
            </a:avLst>
          </a:prstGeom>
          <a:solidFill>
            <a:srgbClr val="F2F5F7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1945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23591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0906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Minutes to Exam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703320"/>
            <a:ext cx="20482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searches “Exam Hall 3” on the app while the campus is crowded for the annual fest.</a:t>
            </a:r>
            <a:endParaRPr lang="en-US" sz="1050" dirty="0"/>
          </a:p>
        </p:txBody>
      </p:sp>
      <p:pic>
        <p:nvPicPr>
          <p:cNvPr id="9" name="Image 1" descr="/home/claude/icons/arrowRight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3360420"/>
            <a:ext cx="36576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74720" y="1920240"/>
            <a:ext cx="2377440" cy="3246120"/>
          </a:xfrm>
          <a:prstGeom prst="roundRect">
            <a:avLst>
              <a:gd name="adj" fmla="val 3077"/>
            </a:avLst>
          </a:prstGeom>
          <a:solidFill>
            <a:srgbClr val="F2F5F7"/>
          </a:solidFill>
          <a:ln/>
        </p:spPr>
      </p:sp>
      <p:sp>
        <p:nvSpPr>
          <p:cNvPr id="11" name="Shape 7"/>
          <p:cNvSpPr/>
          <p:nvPr/>
        </p:nvSpPr>
        <p:spPr>
          <a:xfrm>
            <a:off x="4297680" y="21945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/home/claude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35915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611880" y="30906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Blocked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3639312" y="3703320"/>
            <a:ext cx="20482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route is closed for a fest stage setup — flagged instantly by live event data.</a:t>
            </a:r>
            <a:endParaRPr lang="en-US" sz="1050" dirty="0"/>
          </a:p>
        </p:txBody>
      </p:sp>
      <p:pic>
        <p:nvPicPr>
          <p:cNvPr id="15" name="Image 3" descr="/home/claude/icons/arrowRight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360420"/>
            <a:ext cx="365760" cy="3657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1920240"/>
            <a:ext cx="2377440" cy="3246120"/>
          </a:xfrm>
          <a:prstGeom prst="roundRect">
            <a:avLst>
              <a:gd name="adj" fmla="val 3077"/>
            </a:avLst>
          </a:prstGeom>
          <a:solidFill>
            <a:srgbClr val="F2F5F7"/>
          </a:solidFill>
          <a:ln/>
        </p:spPr>
      </p:sp>
      <p:sp>
        <p:nvSpPr>
          <p:cNvPr id="17" name="Shape 11"/>
          <p:cNvSpPr/>
          <p:nvPr/>
        </p:nvSpPr>
        <p:spPr>
          <a:xfrm>
            <a:off x="7132320" y="21945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4" descr="/home/claude/icons/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359152"/>
            <a:ext cx="402336" cy="40233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46520" y="30906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Recalculates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6473952" y="3703320"/>
            <a:ext cx="20482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engine instantly finds the next-best path, weighing distance and crowd density.</a:t>
            </a:r>
            <a:endParaRPr lang="en-US" sz="1050" dirty="0"/>
          </a:p>
        </p:txBody>
      </p:sp>
      <p:pic>
        <p:nvPicPr>
          <p:cNvPr id="21" name="Image 5" descr="/home/claude/icons/arrowRight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3360420"/>
            <a:ext cx="365760" cy="36576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144000" y="1920240"/>
            <a:ext cx="2377440" cy="3246120"/>
          </a:xfrm>
          <a:prstGeom prst="roundRect">
            <a:avLst>
              <a:gd name="adj" fmla="val 3077"/>
            </a:avLst>
          </a:prstGeom>
          <a:solidFill>
            <a:srgbClr val="F2F5F7"/>
          </a:solidFill>
          <a:ln/>
        </p:spPr>
      </p:sp>
      <p:sp>
        <p:nvSpPr>
          <p:cNvPr id="23" name="Shape 15"/>
          <p:cNvSpPr/>
          <p:nvPr/>
        </p:nvSpPr>
        <p:spPr>
          <a:xfrm>
            <a:off x="9966960" y="2194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6" descr="/home/claude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1552" y="2359152"/>
            <a:ext cx="402336" cy="40233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281160" y="30906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Arrives on Time</a:t>
            </a:r>
            <a:endParaRPr lang="en-US" sz="1350" dirty="0"/>
          </a:p>
        </p:txBody>
      </p:sp>
      <p:sp>
        <p:nvSpPr>
          <p:cNvPr id="26" name="Text 17"/>
          <p:cNvSpPr txBox="1"/>
          <p:nvPr/>
        </p:nvSpPr>
        <p:spPr>
          <a:xfrm>
            <a:off x="9308592" y="3703320"/>
            <a:ext cx="20482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turn-by-turn directions guide the student to the exam hall with time to spare.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640080" y="598932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21295C"/>
          </a:solidFill>
          <a:ln/>
        </p:spPr>
      </p:sp>
      <p:sp>
        <p:nvSpPr>
          <p:cNvPr id="28" name="Text 19"/>
          <p:cNvSpPr txBox="1"/>
          <p:nvPr/>
        </p:nvSpPr>
        <p:spPr>
          <a:xfrm>
            <a:off x="822960" y="598932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everyday value AI brings — a stressful, last-minute dash becomes a guided, stress-free walk.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Campus Navigation &amp; Route Finder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114800" cy="411480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01488" y="105156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7520" y="1307592"/>
            <a:ext cx="676656" cy="6766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621128" y="5120640"/>
            <a:ext cx="6949440" cy="548640"/>
          </a:xfrm>
          <a:prstGeom prst="roundRect">
            <a:avLst>
              <a:gd name="adj" fmla="val 50000"/>
            </a:avLst>
          </a:prstGeom>
          <a:solidFill>
            <a:srgbClr val="2B356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621128" y="51206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D   •   Manikanta Reddy      |      Section: Wolves   •   B.Tech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2026-09-25T04:27:06Z</dcterms:created>
  <dcterms:modified xsi:type="dcterms:W3CDTF">2026-09-25T04:27:06Z</dcterms:modified>
</cp:coreProperties>
</file>